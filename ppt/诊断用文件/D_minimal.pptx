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700" b="1">
          <a:solidFill>
            <a:srgbClr val="9FE8FF"/>
          </a:solidFill>
          <a:latin typeface="Microsoft YaHei"/>
          <a:ea typeface="Microsoft YaHei"/>
        </a:defRPr>
      </a:lvl1pPr>
    </p:titleStyle>
    <p:bodyStyle>
      <a:lvl1pPr algn="l">
        <a:defRPr sz="1400">
          <a:solidFill>
            <a:srgbClr val="DCE6FA"/>
          </a:solidFill>
          <a:latin typeface="Microsoft YaHei"/>
          <a:ea typeface="Microsoft YaHei"/>
        </a:defRPr>
      </a:lvl1pPr>
    </p:bodyStyle>
    <p:otherStyle>
      <a:lvl1pPr algn="l">
        <a:defRPr sz="1400">
          <a:solidFill>
            <a:srgbClr val="DCE6FA"/>
          </a:solidFill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3" name="tb3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纯文字页</a:t>
            </a:r>
          </a:p>
        </p:txBody>
      </p:sp>
      <p:sp>
        <p:nvSpPr>
          <p:cNvPr id="4" name="tb4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标题行</a:t>
            </a:r>
          </a:p>
        </p:txBody>
      </p:sp>
      <p:sp>
        <p:nvSpPr>
          <p:cNvPr id="5" name="tb5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6" name="tb6"/>
          <p:cNvSpPr txBox="1"/>
          <p:nvPr/>
        </p:nvSpPr>
        <p:spPr>
          <a:xfrm>
            <a:off x="1051560" y="1897634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普通要点一行</a:t>
            </a:r>
          </a:p>
        </p:txBody>
      </p:sp>
      <p:sp>
        <p:nvSpPr>
          <p:cNvPr id="7" name="tb7"/>
          <p:cNvSpPr txBox="1"/>
          <p:nvPr/>
        </p:nvSpPr>
        <p:spPr>
          <a:xfrm>
            <a:off x="777240" y="2296287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8" name="tb8"/>
          <p:cNvSpPr txBox="1"/>
          <p:nvPr/>
        </p:nvSpPr>
        <p:spPr>
          <a:xfrm>
            <a:off x="1051560" y="2268855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再来一条要点</a:t>
            </a:r>
          </a:p>
        </p:txBody>
      </p:sp>
      <p:sp>
        <p:nvSpPr>
          <p:cNvPr id="9" name="rr9"/>
          <p:cNvSpPr/>
          <p:nvPr/>
        </p:nvSpPr>
        <p:spPr>
          <a:xfrm>
            <a:off x="777240" y="2603500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0" name="tb10"/>
          <p:cNvSpPr txBox="1"/>
          <p:nvPr/>
        </p:nvSpPr>
        <p:spPr>
          <a:xfrm>
            <a:off x="923544" y="2662936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status</a:t>
            </a:r>
          </a:p>
        </p:txBody>
      </p:sp>
      <p:sp>
        <p:nvSpPr>
          <p:cNvPr id="11" name="rc11"/>
          <p:cNvSpPr/>
          <p:nvPr/>
        </p:nvSpPr>
        <p:spPr>
          <a:xfrm>
            <a:off x="777240" y="3007868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2" name="tb12"/>
          <p:cNvSpPr txBox="1"/>
          <p:nvPr/>
        </p:nvSpPr>
        <p:spPr>
          <a:xfrm>
            <a:off x="960120" y="2994152"/>
            <a:ext cx="1041775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这是一句引用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1051560" y="3315208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这是注释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PresentationFormat>宽屏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probe-text</dc:title>
  <dc:creator>rrafiya</dc:creator>
  <cp:lastModifiedBy>rrafiya</cp:lastModifiedBy>
  <dcterms:created xsi:type="dcterms:W3CDTF">2026-09-19T11:00:20Z</dcterms:created>
  <dcterms:modified xsi:type="dcterms:W3CDTF">2026-09-19T11:00:20Z</dcterms:modified>
</cp:coreProperties>
</file>