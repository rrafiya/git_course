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 showNarration="0" loop="0">
    <p:present/>
    <p:sldAll/>
    <p:penClr>
      <a:srgbClr val="FF0000"/>
    </p:penClr>
  </p:showPr>
  <p:clrMru>
    <a:srgbClr val="4DD4FF"/>
    <a:srgbClr val="9FE8FF"/>
    <a:srgbClr val="FFD166"/>
    <a:srgbClr val="0B1020"/>
    <a:srgbClr val="FFFF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15620"/>
    <p:restoredTop sz="94660"/>
  </p:normalViewPr>
  <p:slideViewPr>
    <p:cSldViewPr snapToGrid="0" snapToObjects="1">
      <p:cViewPr varScale="1" zoomScale="100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Props" Type="http://schemas.openxmlformats.org/officeDocument/2006/relationships/presProps" Target="presProps.xml"/><Relationship Id="rIdView" Type="http://schemas.openxmlformats.org/officeDocument/2006/relationships/viewProps" Target="viewProps.xml"/><Relationship Id="rIdTbl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2700" b="1">
          <a:solidFill>
            <a:srgbClr val="9FE8FF"/>
          </a:solidFill>
          <a:latin typeface="Microsoft YaHei"/>
          <a:ea typeface="Microsoft YaHei"/>
        </a:defRPr>
      </a:lvl1pPr>
    </p:titleStyle>
    <p:bodyStyle>
      <a:lvl1pPr algn="l">
        <a:defRPr sz="1400">
          <a:solidFill>
            <a:srgbClr val="DCE6FA"/>
          </a:solidFill>
          <a:latin typeface="Microsoft YaHei"/>
          <a:ea typeface="Microsoft YaHei"/>
        </a:defRPr>
      </a:lvl1pPr>
    </p:bodyStyle>
    <p:otherStyle>
      <a:lvl1pPr algn="l">
        <a:defRPr sz="1400">
          <a:solidFill>
            <a:srgbClr val="DCE6FA"/>
          </a:solidFill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Img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c2"/>
          <p:cNvSpPr/>
          <p:nvPr/>
        </p:nvSpPr>
        <p:spPr>
          <a:xfrm>
            <a:off x="777240" y="749808"/>
            <a:ext cx="713232" cy="59436"/>
          </a:xfrm>
          <a:prstGeom prst="rect">
            <a:avLst/>
          </a:prstGeom>
          <a:solidFill>
            <a:srgbClr val="4DD4FF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3" name="tb3"/>
          <p:cNvSpPr txBox="1"/>
          <p:nvPr/>
        </p:nvSpPr>
        <p:spPr>
          <a:xfrm>
            <a:off x="777240" y="475488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 anchor="b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700" b="1" i="0" dirty="0">
                <a:solidFill>
                  <a:srgbClr val="9FE8FF"/>
                </a:solidFill>
                <a:latin typeface="Microsoft YaHei"/>
                <a:ea typeface="Microsoft YaHei"/>
                <a:cs typeface="Microsoft YaHei"/>
              </a:rPr>
              <a:t>带图片页</a:t>
            </a:r>
          </a:p>
        </p:txBody>
      </p:sp>
      <p:sp>
        <p:nvSpPr>
          <p:cNvPr id="5" name="tb5"/>
          <p:cNvSpPr txBox="1"/>
          <p:nvPr/>
        </p:nvSpPr>
        <p:spPr>
          <a:xfrm>
            <a:off x="777240" y="5989320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6C7A99"/>
                </a:solidFill>
                <a:latin typeface="Microsoft YaHei"/>
                <a:ea typeface="Microsoft YaHei"/>
                <a:cs typeface="Microsoft YaHei"/>
              </a:rPr>
              <a:t>示意图</a:t>
            </a:r>
          </a:p>
        </p:txBody>
      </p:sp>
      <p:pic>
        <p:nvPicPr>
          <p:cNvPr id="4" name="02_three_areas.png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1926905" y="1371600"/>
            <a:ext cx="8337884" cy="4526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itTutorial">
  <a:themeElements>
    <a:clrScheme name="GitTutorial">
      <a:dk1>
        <a:sysClr val="windowText" lastClr="000000"/>
      </a:dk1>
      <a:lt1>
        <a:sysClr val="window" lastClr="FFFFFF"/>
      </a:lt1>
      <a:dk2>
        <a:srgbClr val="0B1020"/>
      </a:dk2>
      <a:lt2>
        <a:srgbClr val="111A2C"/>
      </a:lt2>
      <a:accent1>
        <a:srgbClr val="4DD4FF"/>
      </a:accent1>
      <a:accent2>
        <a:srgbClr val="FFD166"/>
      </a:accent2>
      <a:accent3>
        <a:srgbClr val="63F5A0"/>
      </a:accent3>
      <a:accent4>
        <a:srgbClr val="9FE8FF"/>
      </a:accent4>
      <a:accent5>
        <a:srgbClr val="7FE9FF"/>
      </a:accent5>
      <a:accent6>
        <a:srgbClr val="6C7A99"/>
      </a:accent6>
      <a:hlink>
        <a:srgbClr val="4DD4FF"/>
      </a:hlink>
      <a:folHlink>
        <a:srgbClr val="63F5A0"/>
      </a:folHlink>
    </a:clrScheme>
    <a:fontScheme name="GitTutorial">
      <a:majorFont>
        <a:latin typeface="Microsoft YaHei"/>
        <a:ea typeface="Microsoft YaHei"/>
        <a:cs typeface=""/>
        <a:font script="zh-CN" typeface="宋体"/>
        <a:font script="ja-JP" typeface="ＭＳ Ｐゴシック"/>
        <a:font script="ko-KR" typeface="맑은 고딕"/>
        <a:font script="zh-TW" typeface="新細明體"/>
        <a:font script="ru-RU" typeface="Arial"/>
        <a:font script="en-US" typeface="Microsoft YaHei"/>
        <a:font script="ar-SA" typeface="Arial"/>
      </a:majorFont>
      <a:minorFont>
        <a:latin typeface="Microsoft YaHei"/>
        <a:ea typeface="Microsoft YaHei"/>
        <a:cs typeface=""/>
        <a:font script="zh-CN" typeface="宋体"/>
        <a:font script="ja-JP" typeface="ＭＳ Ｐゴシック"/>
        <a:font script="ko-KR" typeface="맑은 고딕"/>
        <a:font script="zh-TW" typeface="新細明體"/>
        <a:font script="ru-RU" typeface="Arial"/>
        <a:font script="en-US" typeface="Microsoft YaHei"/>
        <a:font script="ar-SA" typeface="Arial"/>
      </a:minorFont>
    </a:fontScheme>
    <a:fmtScheme name="GitTutori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  <PresentationFormat>宽屏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probe-image</dc:title>
  <dc:creator>rrafiya</dc:creator>
  <cp:lastModifiedBy>rrafiya</cp:lastModifiedBy>
  <dcterms:created xsi:type="dcterms:W3CDTF">2026-09-19T11:00:20Z</dcterms:created>
  <dcterms:modified xsi:type="dcterms:W3CDTF">2026-09-19T11:00:20Z</dcterms:modified>
</cp:coreProperties>
</file>