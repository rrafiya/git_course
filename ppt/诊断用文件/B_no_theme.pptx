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  <p:clrMru>
    <a:srgbClr val="4DD4FF"/>
    <a:srgbClr val="9FE8FF"/>
    <a:srgbClr val="FFD166"/>
    <a:srgbClr val="0B102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Props" Type="http://schemas.openxmlformats.org/officeDocument/2006/relationships/presProps" Target="presProps.xml"/><Relationship Id="rIdView" Type="http://schemas.openxmlformats.org/officeDocument/2006/relationships/viewProps" Target="viewProps.xml"/><Relationship Id="rIdTbl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tb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纯文字页</a:t>
            </a:r>
          </a:p>
        </p:txBody>
      </p:sp>
      <p:sp>
        <p:nvSpPr>
          <p:cNvPr id="4" name="tb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标题行</a:t>
            </a:r>
          </a:p>
        </p:txBody>
      </p:sp>
      <p:sp>
        <p:nvSpPr>
          <p:cNvPr id="5" name="tb5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普通要点一行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再来一条要点</a:t>
            </a:r>
          </a:p>
        </p:txBody>
      </p:sp>
      <p:sp>
        <p:nvSpPr>
          <p:cNvPr id="9" name="rr9"/>
          <p:cNvSpPr/>
          <p:nvPr/>
        </p:nvSpPr>
        <p:spPr>
          <a:xfrm>
            <a:off x="777240" y="260350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" name="tb10"/>
          <p:cNvSpPr txBox="1"/>
          <p:nvPr/>
        </p:nvSpPr>
        <p:spPr>
          <a:xfrm>
            <a:off x="923544" y="2662936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</a:t>
            </a:r>
          </a:p>
        </p:txBody>
      </p:sp>
      <p:sp>
        <p:nvSpPr>
          <p:cNvPr id="11" name="rc11"/>
          <p:cNvSpPr/>
          <p:nvPr/>
        </p:nvSpPr>
        <p:spPr>
          <a:xfrm>
            <a:off x="777240" y="300786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" name="tb12"/>
          <p:cNvSpPr txBox="1"/>
          <p:nvPr/>
        </p:nvSpPr>
        <p:spPr>
          <a:xfrm>
            <a:off x="960120" y="299415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这是一句引用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51560" y="331520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这是注释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probe-text</dc:title>
  <dc:creator>rrafiya</dc:creator>
  <cp:lastModifiedBy>rrafiya</cp:lastModifiedBy>
  <dcterms:created xsi:type="dcterms:W3CDTF">2026-09-19T11:00:20Z</dcterms:created>
  <dcterms:modified xsi:type="dcterms:W3CDTF">2026-09-19T11:00:20Z</dcterms:modified>
</cp:coreProperties>
</file>