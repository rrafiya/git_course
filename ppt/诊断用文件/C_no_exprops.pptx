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700" b="1">
          <a:solidFill>
            <a:srgbClr val="9FE8FF"/>
          </a:solidFill>
          <a:latin typeface="Microsoft YaHei"/>
          <a:ea typeface="Microsoft YaHei"/>
        </a:defRPr>
      </a:lvl1pPr>
    </p:titleStyle>
    <p:bodyStyle>
      <a:lvl1pPr algn="l">
        <a:defRPr sz="1400">
          <a:solidFill>
            <a:srgbClr val="DCE6FA"/>
          </a:solidFill>
          <a:latin typeface="Microsoft YaHei"/>
          <a:ea typeface="Microsoft YaHei"/>
        </a:defRPr>
      </a:lvl1pPr>
    </p:bodyStyle>
    <p:otherStyle>
      <a:lvl1pPr algn="l">
        <a:defRPr sz="1400">
          <a:solidFill>
            <a:srgbClr val="DCE6FA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3" name="tb3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纯文字页</a:t>
            </a:r>
          </a:p>
        </p:txBody>
      </p:sp>
      <p:sp>
        <p:nvSpPr>
          <p:cNvPr id="4" name="tb4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标题行</a:t>
            </a:r>
          </a:p>
        </p:txBody>
      </p:sp>
      <p:sp>
        <p:nvSpPr>
          <p:cNvPr id="5" name="tb5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6" name="tb6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普通要点一行</a:t>
            </a:r>
          </a:p>
        </p:txBody>
      </p:sp>
      <p:sp>
        <p:nvSpPr>
          <p:cNvPr id="7" name="tb7"/>
          <p:cNvSpPr txBox="1"/>
          <p:nvPr/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8" name="tb8"/>
          <p:cNvSpPr txBox="1"/>
          <p:nvPr/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再来一条要点</a:t>
            </a:r>
          </a:p>
        </p:txBody>
      </p:sp>
      <p:sp>
        <p:nvSpPr>
          <p:cNvPr id="9" name="rr9"/>
          <p:cNvSpPr/>
          <p:nvPr/>
        </p:nvSpPr>
        <p:spPr>
          <a:xfrm>
            <a:off x="777240" y="2603500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0" name="tb10"/>
          <p:cNvSpPr txBox="1"/>
          <p:nvPr/>
        </p:nvSpPr>
        <p:spPr>
          <a:xfrm>
            <a:off x="923544" y="2662936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status</a:t>
            </a:r>
          </a:p>
        </p:txBody>
      </p:sp>
      <p:sp>
        <p:nvSpPr>
          <p:cNvPr id="11" name="rc11"/>
          <p:cNvSpPr/>
          <p:nvPr/>
        </p:nvSpPr>
        <p:spPr>
          <a:xfrm>
            <a:off x="777240" y="3007868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2" name="tb12"/>
          <p:cNvSpPr txBox="1"/>
          <p:nvPr/>
        </p:nvSpPr>
        <p:spPr>
          <a:xfrm>
            <a:off x="960120" y="2994152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这是一句引用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51560" y="3315208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这是注释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Tutorial">
  <a:themeElements>
    <a:clrScheme name="GitTutorial">
      <a:dk1>
        <a:sysClr val="windowText" lastClr="000000"/>
      </a:dk1>
      <a:lt1>
        <a:sysClr val="window" lastClr="FFFFFF"/>
      </a:lt1>
      <a:dk2>
        <a:srgbClr val="0B1020"/>
      </a:dk2>
      <a:lt2>
        <a:srgbClr val="111A2C"/>
      </a:lt2>
      <a:accent1>
        <a:srgbClr val="4DD4FF"/>
      </a:accent1>
      <a:accent2>
        <a:srgbClr val="FFD166"/>
      </a:accent2>
      <a:accent3>
        <a:srgbClr val="63F5A0"/>
      </a:accent3>
      <a:accent4>
        <a:srgbClr val="9FE8FF"/>
      </a:accent4>
      <a:accent5>
        <a:srgbClr val="7FE9FF"/>
      </a:accent5>
      <a:accent6>
        <a:srgbClr val="6C7A99"/>
      </a:accent6>
      <a:hlink>
        <a:srgbClr val="4DD4FF"/>
      </a:hlink>
      <a:folHlink>
        <a:srgbClr val="63F5A0"/>
      </a:folHlink>
    </a:clrScheme>
    <a:fontScheme name="GitTutorial">
      <a:maj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ajorFont>
      <a:min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inorFont>
    </a:fontScheme>
    <a:fmtScheme name="GitTu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PresentationFormat>宽屏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probe-text</dc:title>
  <dc:creator>rrafiya</dc:creator>
  <cp:lastModifiedBy>rrafiya</cp:lastModifiedBy>
  <dcterms:created xsi:type="dcterms:W3CDTF">2026-09-19T11:00:20Z</dcterms:created>
  <dcterms:modified xsi:type="dcterms:W3CDTF">2026-09-19T11:00:20Z</dcterms:modified>
</cp:coreProperties>
</file>