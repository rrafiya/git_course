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</p:defaultTextStyle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buNone/>
            </a:pPr>
            <a:r>
              <a:rPr lang="en-US" sz="2400" b="1" dirty="0">
                <a:solidFill>
                  <a:srgbClr val="1F4E79"/>
                </a:solidFill>
                <a:latin typeface="Arial"/>
                <a:ea typeface="Microsoft YaHei"/>
              </a:rPr>
              <a:t>Hello 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">
  <a:themeElements>
    <a:clrScheme name="T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T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