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0" loop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 zoomScale="100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/>
                <a:ea typeface="Microsoft YaHei"/>
              </a:rPr>
              <a:t>Hello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T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probe</dc:title>
  <dc:creator>probe</dc:creator>
  <dcterms:created xsi:type="dcterms:W3CDTF">2026-01-01T00:00:00Z</dcterms:created>
  <dcterms:modified xsi:type="dcterms:W3CDTF">2026-01-01T00:00:00Z</dcterms:modified>
</cp:coreProperties>
</file>