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0" loop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 zoomScale="100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/>
                <a:ea typeface="Microsoft YaHei"/>
              </a:rPr>
              <a:t>Hello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T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